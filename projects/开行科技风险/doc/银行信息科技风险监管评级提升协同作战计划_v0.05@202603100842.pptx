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238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
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266810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290" y="13048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2879" y="17048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90" y="174302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2879" y="214307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90" y="2181210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2879" y="2581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290" y="261929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2879" y="301934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290" y="305747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879" y="345752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290" y="349556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879" y="389561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90" y="39337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879" y="43337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90" y="437183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879" y="477188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290" y="481001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879" y="52100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290" y="52481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879" y="5648157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90" y="568628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2879" y="6010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290" y="60482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44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5244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3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533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4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5244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3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533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28979"/>
            <a:ext cx="4914809" cy="11075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4427" y="4905207"/>
            <a:ext cx="4914809" cy="1738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222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222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59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59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0876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0876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pPr algn="l" indent="0" marL="0">
              <a:buNone/>
            </a:pPr>
            <a:r>
              <a:rPr lang="en-US" sz="1050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238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2026-03-10T00:42:55Z</dcterms:created>
  <dcterms:modified xsi:type="dcterms:W3CDTF">2026-03-10T00:42:55Z</dcterms:modified>
</cp:coreProperties>
</file>