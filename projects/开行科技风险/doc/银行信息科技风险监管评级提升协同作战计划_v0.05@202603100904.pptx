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879" y="1266810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290" y="13048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2879" y="17048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290" y="174302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2879" y="214307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290" y="2181210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2879" y="2581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290" y="261929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2879" y="301934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290" y="305747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879" y="345752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290" y="349556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2879" y="389561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90" y="3933749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2879" y="4333799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290" y="437183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879" y="477188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290" y="481001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879" y="52100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290" y="52481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2879" y="5648157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90" y="5686288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2879" y="6010168"/>
            <a:ext cx="5333878" cy="419070"/>
          </a:xfrm>
          <a:prstGeom prst="roundRect">
            <a:avLst>
              <a:gd name="adj" fmla="val 872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290" y="6048207"/>
            <a:ext cx="5067148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 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44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65244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53327" y="1762049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9153327" y="2181210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44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5244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7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53327" y="2695468"/>
            <a:ext cx="2285909" cy="3429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153327" y="3114629"/>
            <a:ext cx="228590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524427" y="3628979"/>
            <a:ext cx="4914809" cy="11075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4427" y="4905207"/>
            <a:ext cx="4914809" cy="1738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4759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14759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78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6567" y="1390620"/>
            <a:ext cx="316217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86567" y="1676370"/>
            <a:ext cx="3162178" cy="24954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839" y="453377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23839" y="6191128"/>
            <a:ext cx="10743926" cy="16382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858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238118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839" y="441947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3839" y="6267298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3839" y="8115117"/>
            <a:ext cx="10743926" cy="182870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009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86009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86009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05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005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6005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5117" y="1381110"/>
            <a:ext cx="192398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15117" y="1609710"/>
            <a:ext cx="1923989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115117" y="1800179"/>
            <a:ext cx="1923989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29626" y="1381110"/>
            <a:ext cx="990570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29626" y="1609710"/>
            <a:ext cx="990570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0629626" y="1800179"/>
            <a:ext cx="990570" cy="1524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2950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5898" y="1390620"/>
            <a:ext cx="4952848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5898" y="1676370"/>
            <a:ext cx="4952848" cy="4590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839" y="1314450"/>
            <a:ext cx="1074392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950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222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222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1598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1598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3200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0876" y="2190720"/>
            <a:ext cx="2247870" cy="2667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0876" y="2476470"/>
            <a:ext cx="2247870" cy="1143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3839" y="6191128"/>
            <a:ext cx="10743926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2026-03-10T01:04:25Z</dcterms:created>
  <dcterms:modified xsi:type="dcterms:W3CDTF">2026-03-10T01:04:25Z</dcterms:modified>
</cp:coreProperties>
</file>