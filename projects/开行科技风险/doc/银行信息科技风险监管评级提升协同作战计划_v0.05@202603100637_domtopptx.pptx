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56" y="738"/>
            <a:ext cx="9145512" cy="5142025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429683" y="1567972"/>
            <a:ext cx="2284518" cy="245567"/>
          </a:xfrm>
          <a:prstGeom prst="rect">
            <a:avLst/>
          </a:prstGeom>
          <a:ln w="7441">
            <a:solidFill>
              <a:srgbClr val="C9A84C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109"/>
              </a:spcAft>
              <a:buNone/>
            </a:pPr>
            <a:r>
              <a:rPr lang="en-US" sz="70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223301" y="2080616"/>
            <a:ext cx="6697283" cy="8855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80"/>
              </a:lnSpc>
              <a:spcAft>
                <a:spcPts val="938"/>
              </a:spcAft>
              <a:buNone/>
            </a:pPr>
            <a:r>
              <a:rPr lang="en-US" sz="25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</a:t>
            </a:r>
            <a:pPr algn="ctr" indent="0" marL="0">
              <a:lnSpc>
                <a:spcPts val="3480"/>
              </a:lnSpc>
              <a:buNone/>
            </a:pPr>
            <a:r>
              <a:rPr lang="en-US" sz="25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pPr algn="ctr" indent="0" marL="0">
              <a:buNone/>
            </a:pPr>
            <a:endParaRPr lang="en-US" sz="2500" dirty="0"/>
          </a:p>
          <a:p>
            <a:pPr algn="ctr" indent="0" marL="0">
              <a:lnSpc>
                <a:spcPts val="3480"/>
              </a:lnSpc>
              <a:spcAft>
                <a:spcPts val="938"/>
              </a:spcAft>
              <a:buNone/>
            </a:pPr>
            <a:r>
              <a:rPr lang="en-US" sz="25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协同作战计划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274285" y="3143926"/>
            <a:ext cx="595314" cy="14883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1223301" y="3337403"/>
            <a:ext cx="6697283" cy="23812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2026-03-09T22:37:21Z</dcterms:created>
  <dcterms:modified xsi:type="dcterms:W3CDTF">2026-03-09T22:37:21Z</dcterms:modified>
</cp:coreProperties>
</file>