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4450"/>
            <a:ext cx="5029109" cy="489569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综述：目的、逻辑与范围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现状诊断：基础能力与核心问题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监管动态与趋势（2026—2030）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方针原则与战略路径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十大战役框架（定义性文档）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2026年作战计划（夯实基础·攻坚评级）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2027年作战计划（深化体系·重点成型）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2028年作战计划（争创优良·全面成熟）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2029年作战计划（数字赋能·智能管控）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2030年作战计划（持续优化·长效治理）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分工协作与三角联席机制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十大战役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覆盖8+2个监管评级维度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五年周期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2026—2030 系统提升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各维度覆盖率目标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全员培训完成率（2026）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4427" y="3628979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24427" y="3886109"/>
            <a:ext cx="4914809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风险—科技—数据三角联席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：核心日常执行机制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问题整改销号闭环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：全线上化任务追踪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IT审计独立性保障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：第三道防线独立鉴证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4427" y="4905207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24427" y="5162428"/>
            <a:ext cx="4914809" cy="14807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夯实基础·攻坚评级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2027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深化体系·重点成型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2028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争创优良·全面成熟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2029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数字赋能·智能管控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2030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持续优化·长效治理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综述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制定目的与目标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2026年核心目标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五年战略目标（至2030年）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方案立论起点：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核心矛盾不在于"有没有"，而在于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底线思维过重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超越底线的质量厚度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核心战略逻辑：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，其余战役以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或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深化维护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为定位，确保全维度覆盖的同时实现重点跨档提升。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现状诊断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现有基础能力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IT服务管理框架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已认证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信息安全管理体系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已认证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等级保护测评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密码测评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安全运营与监控平台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终端与数据安全工具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特权账号管理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容灾基础设施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边界防御设施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软件开发成熟度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现状诊断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核心问题诊断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问题一：底线思维过重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问题二：少量真实缺口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对评级的影响判断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当前各评级维度总体状态：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「维度均有覆盖，执行多在边缘」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——底线思维虽可保持基本合格、避免明显失分，但缺乏显著高于监管基准的质量优势，导致评级难以实现跨档提升。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要从"基本合格"走向"优良"，核心路径是：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全面提标保住基本分 + 重点突破推动评级跨档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监管动态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监管政策演进与五年趋势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2026年近期高确定性动向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1466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2027—2028年中期趋势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1466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2029—2030年长期趋势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方针原则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八大核心原则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战略路径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五年演进路径与关键指标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攻坚评级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深化体系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重点成型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争创优良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全面成熟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数字赋能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智能管控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长效治理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指标名称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2026基准建立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系统可用性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核心系统年度可用率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99.95%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99.99%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安全基线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SAST/DAST扫描闭环整改率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99%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灾备能力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RTO/RPO演练达标率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100%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安全漏洞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≤ 15天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≤ 7天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风险管控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KRI超阈值未处置率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KRI质量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KRI自动采集覆盖率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80%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监管评级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信息科技风险监管评级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攻坚提级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良好等级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优良等级稳定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战略路径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监管评级维度 → 十大战役映射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监管评级维度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主责战役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主要落实年份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牵头责任部门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D1 信息科技治理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D2 信息科技风险管理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D3 信息安全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2026—2029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信息科技部·网络安全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D4 开发测试维护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2026—2028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信息科技部·开发测试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D5 信息科技运行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战役五：IT运行管理深化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D6 业务连续性管理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D7 外包管理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2026—2028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D8 信息科技审计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审计部（独立）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数据治理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数据管理部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前瞻性风险防范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建立基础框架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人才与文化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战略路径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十大战役 × 五年强度矩阵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主责部门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战役一·治理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适应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战役二·风险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8A8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攻坚·突破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战役三·安全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信息科技部·网络安全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8A8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攻坚·突破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智能化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战役四·开发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信息科技部·开发测试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持续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战役五·运行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赋能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战役六·灾备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重点突破候选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扩展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战役七·外包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战役八·数据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数据管理部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8A3C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待确认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引领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战役九·AI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输出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战役十·人才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持续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战役一·治理架构 &amp; 战役二·风险管理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战役一：治理架构与履职深化（D1）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战役二：IT风险管理体系深化（D2）★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战役三·信息安全 &amp; 战役四·开发测试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战役三：信息安全深化攻坚（D3）★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战役四：开发测试安全基线提升（D4）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战役五·IT运行 &amp; 战役六·业务连续性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战役五：IT运行管理深化（D5）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战役六：业务连续性与灾备实战（D6）★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战役七·供应链安全 &amp; 战役八·数据治理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战役七：供应链安全与外包管理（D7）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战役八：数据治理与隐私保护（数据治理）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战役九·新技术AI &amp; 战役十·人才文化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战役九：新技术应用与AI安全（前瞻防范）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战役十：人才队伍与文化培育（跨维度支撑）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· 2026年作战计划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夯实基础·攻坚评级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年度主题：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重点突破候选：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战役二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战役三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· 机制启动·基础先行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· 全力攻坚·成果积累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· 深度攻坚·核心验收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· 固化迎检·证据冲刺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2026年底线目标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关键红线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关键交付物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第七至十章 · 年度作战计划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2027—2030 年度重点突破演进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年度主题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重点突破方向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重点突破战役目标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深化体系·重点成型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战役四（DevSecOps安全左移成效可量化）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争创优良·全面成熟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战役二（内部模拟检查里程碑）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数字赋能·智能管控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战役二（监管数据实时自动采集接口上线）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持续优化·长效治理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战役二（科技风险量化预测模型成熟验证）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· 分工协作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三角联席机制与问题整改销号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信息科技部内部专业板块分工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风险管理-制度处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网络安全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开发测试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规划/科技资源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255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风险—科技—数据 三角联席工作制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「问题整改销号」闭环机制 + IT审计独立性保障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B7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A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仅审计部出具"验证通过"意见后方可销号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审计部独立性：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审计工作体系：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未通过审计验证严禁销号；逾期自动升级至科委会督办，与绩效考核挂钩</a:t>
            </a:r>
            <a:pPr algn="l" indent="0" marL="0">
              <a:lnSpc>
                <a:spcPct val="165000"/>
              </a:lnSpc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· 保障机制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考核激励与应急调整机制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1381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考核与激励机制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1381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资源保障原则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应急响应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资源调整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监管专项检查/突击检查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关键供应商重大事故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监管评级标准重大调整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保底四战役（任何冲击下不得中断）：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战役三（信息安全）· 战役四（开发测试）· 战役五（运行管理）· 战役六（业务连续性）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2026-03-10T03:36:28Z</dcterms:created>
  <dcterms:modified xsi:type="dcterms:W3CDTF">2026-03-10T03:36:28Z</dcterms:modified>
</cp:coreProperties>
</file>