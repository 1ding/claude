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28979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4905207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222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222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59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59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0876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0876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2026-03-10T00:58:50Z</dcterms:created>
  <dcterms:modified xsi:type="dcterms:W3CDTF">2026-03-10T00:58:50Z</dcterms:modified>
</cp:coreProperties>
</file>